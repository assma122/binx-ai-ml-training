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5d6684ab54809" /><Relationship Type="http://schemas.openxmlformats.org/officeDocument/2006/relationships/extended-properties" Target="/docProps/app.xml" Id="R2043c4abf27a4788" /><Relationship Type="http://schemas.openxmlformats.org/officeDocument/2006/relationships/officeDocument" Target="/ppt/presentation.xml" Id="R96476162ae52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4abb9891524465"/>
  </p:sldMasterIdLst>
  <p:notesMasterIdLst>
    <p:notesMasterId xmlns:r="http://schemas.openxmlformats.org/officeDocument/2006/relationships" r:id="Rfd70d91275394465"/>
  </p:notesMasterIdLst>
  <p:sldIdLst>
    <p:sldId xmlns:r="http://schemas.openxmlformats.org/officeDocument/2006/relationships" id="256" r:id="Rf2c13b810eff4e02"/>
    <p:sldId xmlns:r="http://schemas.openxmlformats.org/officeDocument/2006/relationships" id="257" r:id="R698114f2ef654d22"/>
    <p:sldId xmlns:r="http://schemas.openxmlformats.org/officeDocument/2006/relationships" id="258" r:id="Ra386236748674762"/>
    <p:sldId xmlns:r="http://schemas.openxmlformats.org/officeDocument/2006/relationships" id="259" r:id="R5652b7ec4daa4b09"/>
    <p:sldId xmlns:r="http://schemas.openxmlformats.org/officeDocument/2006/relationships" id="260" r:id="Rd07405dca1f0462b"/>
    <p:sldId xmlns:r="http://schemas.openxmlformats.org/officeDocument/2006/relationships" id="261" r:id="Ra09bb7d2383e4234"/>
    <p:sldId xmlns:r="http://schemas.openxmlformats.org/officeDocument/2006/relationships" id="262" r:id="Ra252a241c6ae46b6"/>
    <p:sldId xmlns:r="http://schemas.openxmlformats.org/officeDocument/2006/relationships" id="263" r:id="Rd925afbaec6b4d7f"/>
    <p:sldId xmlns:r="http://schemas.openxmlformats.org/officeDocument/2006/relationships" id="264" r:id="R041c31886b0b4bcb"/>
    <p:sldId xmlns:r="http://schemas.openxmlformats.org/officeDocument/2006/relationships" id="265" r:id="Rd65bb9b1abd54373"/>
    <p:sldId xmlns:r="http://schemas.openxmlformats.org/officeDocument/2006/relationships" id="266" r:id="R7a4255a71bad4e48"/>
    <p:sldId xmlns:r="http://schemas.openxmlformats.org/officeDocument/2006/relationships" id="267" r:id="Rdfcd068959b942d7"/>
    <p:sldId xmlns:r="http://schemas.openxmlformats.org/officeDocument/2006/relationships" id="268" r:id="R9b5b0e3ae5464efc"/>
    <p:sldId xmlns:r="http://schemas.openxmlformats.org/officeDocument/2006/relationships" id="269" r:id="Ra01b269e133f47c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1c6181f0342a3" /><Relationship Type="http://schemas.openxmlformats.org/officeDocument/2006/relationships/slideMaster" Target="/ppt/slideMasters/slideMaster1.xml" Id="R334abb9891524465" /><Relationship Type="http://schemas.openxmlformats.org/officeDocument/2006/relationships/notesMaster" Target="/ppt/notesMasters/notesMaster1.xml" Id="Rfd70d91275394465" /><Relationship Type="http://schemas.openxmlformats.org/officeDocument/2006/relationships/presProps" Target="/ppt/presProps.xml" Id="Rb4d061d4846244e1" /><Relationship Type="http://schemas.openxmlformats.org/officeDocument/2006/relationships/tableStyles" Target="/ppt/tableStyles.xml" Id="R1ab4c89adff4446a" /><Relationship Type="http://schemas.openxmlformats.org/officeDocument/2006/relationships/slide" Target="/ppt/slides/slide1.xml" Id="Rf2c13b810eff4e02" /><Relationship Type="http://schemas.openxmlformats.org/officeDocument/2006/relationships/slide" Target="/ppt/slides/slide2.xml" Id="R698114f2ef654d22" /><Relationship Type="http://schemas.openxmlformats.org/officeDocument/2006/relationships/slide" Target="/ppt/slides/slide3.xml" Id="Ra386236748674762" /><Relationship Type="http://schemas.openxmlformats.org/officeDocument/2006/relationships/slide" Target="/ppt/slides/slide4.xml" Id="R5652b7ec4daa4b09" /><Relationship Type="http://schemas.openxmlformats.org/officeDocument/2006/relationships/slide" Target="/ppt/slides/slide5.xml" Id="Rd07405dca1f0462b" /><Relationship Type="http://schemas.openxmlformats.org/officeDocument/2006/relationships/slide" Target="/ppt/slides/slide6.xml" Id="Ra09bb7d2383e4234" /><Relationship Type="http://schemas.openxmlformats.org/officeDocument/2006/relationships/slide" Target="/ppt/slides/slide7.xml" Id="Ra252a241c6ae46b6" /><Relationship Type="http://schemas.openxmlformats.org/officeDocument/2006/relationships/slide" Target="/ppt/slides/slide8.xml" Id="Rd925afbaec6b4d7f" /><Relationship Type="http://schemas.openxmlformats.org/officeDocument/2006/relationships/slide" Target="/ppt/slides/slide9.xml" Id="R041c31886b0b4bcb" /><Relationship Type="http://schemas.openxmlformats.org/officeDocument/2006/relationships/slide" Target="/ppt/slides/slide10.xml" Id="Rd65bb9b1abd54373" /><Relationship Type="http://schemas.openxmlformats.org/officeDocument/2006/relationships/slide" Target="/ppt/slides/slide11.xml" Id="R7a4255a71bad4e48" /><Relationship Type="http://schemas.openxmlformats.org/officeDocument/2006/relationships/slide" Target="/ppt/slides/slide12.xml" Id="Rdfcd068959b942d7" /><Relationship Type="http://schemas.openxmlformats.org/officeDocument/2006/relationships/slide" Target="/ppt/slides/slide13.xml" Id="R9b5b0e3ae5464efc" /><Relationship Type="http://schemas.openxmlformats.org/officeDocument/2006/relationships/slide" Target="/ppt/slides/slide14.xml" Id="Ra01b269e133f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2ad72b3dbb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8901345c9046d6" /><Relationship Type="http://schemas.openxmlformats.org/officeDocument/2006/relationships/notesMaster" Target="/ppt/notesMasters/notesMaster1.xml" Id="R1a04eabdf414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b73cc64354f6a" /><Relationship Type="http://schemas.openxmlformats.org/officeDocument/2006/relationships/notesMaster" Target="/ppt/notesMasters/notesMaster1.xml" Id="R19b0e1530f9b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44903990c4062" /><Relationship Type="http://schemas.openxmlformats.org/officeDocument/2006/relationships/notesMaster" Target="/ppt/notesMasters/notesMaster1.xml" Id="Rd71f4bb96517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11b7e3522c4209" /><Relationship Type="http://schemas.openxmlformats.org/officeDocument/2006/relationships/notesMaster" Target="/ppt/notesMasters/notesMaster1.xml" Id="R17e6e06b542142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9ecce31d374aef" /><Relationship Type="http://schemas.openxmlformats.org/officeDocument/2006/relationships/notesMaster" Target="/ppt/notesMasters/notesMaster1.xml" Id="Rc9347931fffa41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2bdf57ab074b81" /><Relationship Type="http://schemas.openxmlformats.org/officeDocument/2006/relationships/notesMaster" Target="/ppt/notesMasters/notesMaster1.xml" Id="Rf289d5b79980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daddea2e1e4ff4" /><Relationship Type="http://schemas.openxmlformats.org/officeDocument/2006/relationships/notesMaster" Target="/ppt/notesMasters/notesMaster1.xml" Id="R841e0feeda51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551862e84a4e93" /><Relationship Type="http://schemas.openxmlformats.org/officeDocument/2006/relationships/notesMaster" Target="/ppt/notesMasters/notesMaster1.xml" Id="Rdd85c3216abd48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d9df199c184b89" /><Relationship Type="http://schemas.openxmlformats.org/officeDocument/2006/relationships/notesMaster" Target="/ppt/notesMasters/notesMaster1.xml" Id="Rfea1c5be3a6442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ef1de4399f4fad" /><Relationship Type="http://schemas.openxmlformats.org/officeDocument/2006/relationships/notesMaster" Target="/ppt/notesMasters/notesMaster1.xml" Id="Rd6586939bcf448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6c44408a5f46ee" /><Relationship Type="http://schemas.openxmlformats.org/officeDocument/2006/relationships/notesMaster" Target="/ppt/notesMasters/notesMaster1.xml" Id="R31d03dac61434c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92f94e01dd4a56" /><Relationship Type="http://schemas.openxmlformats.org/officeDocument/2006/relationships/notesMaster" Target="/ppt/notesMasters/notesMaster1.xml" Id="R50553c74a6364a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9e4e1865d4a76" /><Relationship Type="http://schemas.openxmlformats.org/officeDocument/2006/relationships/notesMaster" Target="/ppt/notesMasters/notesMaster1.xml" Id="Rc45a1b127bf246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384ac5e9c944da" /><Relationship Type="http://schemas.openxmlformats.org/officeDocument/2006/relationships/notesMaster" Target="/ppt/notesMasters/notesMaster1.xml" Id="Rf518d2abd284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0–6.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2–6.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10–17.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19–23.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80/20 split; random_state=42; stratify=y. Vocabulary and document frequencies are learned only from training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3, 23–24.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TF×IDF is the conceptual weighting. sklearn also applies its default smoothing and L2 normalization. Sparse matrix shapes: training 39,665 × 5,000; testing 9,917 × 5,000.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26–27.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The five largest TF-IDF weights from the first training review, rounded to four decimal places. These weights are not logistic-regression coefficients.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30–33.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LogisticRegression(max_iter=1000, random_state=42). Results come from one held-out test split; no CV estimate was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35–36.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Matrix reconstructed exactly from the original notebook: TN=4,316; FP=624; FN=505; TP=4,472. Rows are true labels; columns predicted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39–42.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glove-wiki-gigaword-50. A fixed dense vector per word. Its dimensions are interpreted through relative geometry rather than individually named meanings. This is a pre-trained representation, not an IMDb classifier.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44–45.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Nearest neighbors returned by most_similar(word,topn=5). Values are cosine similarities, not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47–48.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Original PCA output embedded. Explained variance was not reported. Axes should not be interpreted as positivity/negativity.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5.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Contextual representations such as BERT can change with the sentence. This is conceptual only; no contextual model was evaluated in the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50–52.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Do not compare these results with Week 7 experiments on a different dataset. No computational-cost benchmark was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Week8_Day2.ipynb, cells 51–53. Saved notebook outputs; no model was rerun.</a:t>
            </a:r>
          </a:p>
          <a:p xmlns:a="http://schemas.openxmlformats.org/drawingml/2006/main">
            <a:r>
              <a:t>Original PCA figure: cell 47. Decorative illustrations generated with OpenAI image generation; not data visualizations.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Use the same split and metrics for a fair next experiment. A method for aggregating word embeddings into review vectors must be chosen.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47252c39840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734a70c1544df" /><Relationship Type="http://schemas.openxmlformats.org/officeDocument/2006/relationships/slideLayout" Target="/ppt/slideLayouts/slideLayout1.xml" Id="R0bee45cecc91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e45cecc91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fd977f6d3413c" /><Relationship Type="http://schemas.openxmlformats.org/officeDocument/2006/relationships/image" Target="/ppt/media/image.png" Id="Ra0158a42e4014cf5" /><Relationship Type="http://schemas.openxmlformats.org/officeDocument/2006/relationships/notesSlide" Target="/ppt/notesSlides/notesSlide1.xml" Id="Rcb67e66a8c9e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81a5a4aa14181" /><Relationship Type="http://schemas.openxmlformats.org/officeDocument/2006/relationships/image" Target="/ppt/media/image2.png" Id="Ra2f1bbb13b2543d6" /><Relationship Type="http://schemas.openxmlformats.org/officeDocument/2006/relationships/notesSlide" Target="/ppt/notesSlides/notesSlide2.xml" Id="R9ad42b2ac216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59df3f863496d" /><Relationship Type="http://schemas.openxmlformats.org/officeDocument/2006/relationships/image" Target="/ppt/media/image3.png" Id="Rb78b32c8475947cc" /><Relationship Type="http://schemas.openxmlformats.org/officeDocument/2006/relationships/notesSlide" Target="/ppt/notesSlides/notesSlide3.xml" Id="Ra12fd299329c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dec2fb354570" /><Relationship Type="http://schemas.openxmlformats.org/officeDocument/2006/relationships/image" Target="/ppt/media/image4.png" Id="R31badc9049c44934" /><Relationship Type="http://schemas.openxmlformats.org/officeDocument/2006/relationships/notesSlide" Target="/ppt/notesSlides/notesSlide4.xml" Id="R7840d550810f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84ad2417c4c46" /><Relationship Type="http://schemas.openxmlformats.org/officeDocument/2006/relationships/image" Target="/ppt/media/image5.png" Id="Rc4204abf56be44ba" /><Relationship Type="http://schemas.openxmlformats.org/officeDocument/2006/relationships/notesSlide" Target="/ppt/notesSlides/notesSlide5.xml" Id="R82d6fa313473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0b48ff07d4d08" /><Relationship Type="http://schemas.openxmlformats.org/officeDocument/2006/relationships/image" Target="/ppt/media/image6.png" Id="Re0e9b3bda10b4c89" /><Relationship Type="http://schemas.openxmlformats.org/officeDocument/2006/relationships/notesSlide" Target="/ppt/notesSlides/notesSlide6.xml" Id="Rd10283c911094f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0c3e499cd4936" /><Relationship Type="http://schemas.openxmlformats.org/officeDocument/2006/relationships/image" Target="/ppt/media/image7.png" Id="R7803b94c546e49fb" /><Relationship Type="http://schemas.openxmlformats.org/officeDocument/2006/relationships/notesSlide" Target="/ppt/notesSlides/notesSlide7.xml" Id="Rede263e28e10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8e1fae8a84f41" /><Relationship Type="http://schemas.openxmlformats.org/officeDocument/2006/relationships/image" Target="/ppt/media/image8.png" Id="Rea42d23031b7472e" /><Relationship Type="http://schemas.openxmlformats.org/officeDocument/2006/relationships/notesSlide" Target="/ppt/notesSlides/notesSlide8.xml" Id="R615dea14f02d4e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3af7a7ee84419" /><Relationship Type="http://schemas.openxmlformats.org/officeDocument/2006/relationships/image" Target="/ppt/media/image9.png" Id="Rfa354557ede24504" /><Relationship Type="http://schemas.openxmlformats.org/officeDocument/2006/relationships/notesSlide" Target="/ppt/notesSlides/notesSlide9.xml" Id="R7a26aa7d454144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ff9c17e974c59" /><Relationship Type="http://schemas.openxmlformats.org/officeDocument/2006/relationships/image" Target="/ppt/media/image10.png" Id="R396c6f25e9c04965" /><Relationship Type="http://schemas.openxmlformats.org/officeDocument/2006/relationships/notesSlide" Target="/ppt/notesSlides/notesSlide10.xml" Id="Re73fa3a4f17b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652cfee59449b" /><Relationship Type="http://schemas.openxmlformats.org/officeDocument/2006/relationships/image" Target="/ppt/media/image11.png" Id="R4f33db60c2744bcd" /><Relationship Type="http://schemas.openxmlformats.org/officeDocument/2006/relationships/notesSlide" Target="/ppt/notesSlides/notesSlide11.xml" Id="R99403b3f9ee945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bf26e4d354368" /><Relationship Type="http://schemas.openxmlformats.org/officeDocument/2006/relationships/image" Target="/ppt/media/image12.png" Id="R37b048df2bc34f83" /><Relationship Type="http://schemas.openxmlformats.org/officeDocument/2006/relationships/notesSlide" Target="/ppt/notesSlides/notesSlide12.xml" Id="R379b1d15b4c942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828f39dc4fc5" /><Relationship Type="http://schemas.openxmlformats.org/officeDocument/2006/relationships/image" Target="/ppt/media/image13.png" Id="R2958e9559e154df3" /><Relationship Type="http://schemas.openxmlformats.org/officeDocument/2006/relationships/notesSlide" Target="/ppt/notesSlides/notesSlide13.xml" Id="R3d614f8d89aa41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cfda091484f35" /><Relationship Type="http://schemas.openxmlformats.org/officeDocument/2006/relationships/image" Target="/ppt/media/image14.png" Id="Ra650b525c8a145cf" /><Relationship Type="http://schemas.openxmlformats.org/officeDocument/2006/relationships/notesSlide" Target="/ppt/notesSlides/notesSlide14.xml" Id="R276acf0147b040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58a42e401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89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1bbb13b2543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505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b32c8475947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98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adc9049c449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7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04abf56be44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71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9b3bda10b4c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415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3b94c546e49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953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2d23031b747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427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54557ede245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71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c6f25e9c0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047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3db60c2744b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343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048df2bc34f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626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8e9559e154d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379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b525c8a145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87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2026-09-07T09:08:54.0100000Z</dcterms:created>
  <dcterms:modified xsi:type="dcterms:W3CDTF">2026-09-07T09:08:54.0100000Z</dcterms:modified>
</coreProperties>
</file>