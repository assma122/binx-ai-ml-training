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sma-movie-sentiment.streamlit.app/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minimalist_slide_graphic_design_presenta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landscape_slide_graphic_in_a_clean_editorial_2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lean_presentation_slide_poster_with_a_min_3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presentation_slide_infographic_in_a_clean_4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infographic_presentation_slide_wide_lands_5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professional_presentation_slide_in_a_warm_6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editorial_presentation_slide_graphic_wi_7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lean_presentation_slide_ui_mockup_in_a_min_8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lean_minimalist_presentation_slide_infogr_9_batch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presentation_slide_with_a_minimal_elegant_10_batch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407408" y="6419088"/>
            <a:ext cx="3337560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CineSense Sentiment Intelligence</dc:title>
  <dc:subject>BinX Tech AI &amp; ML Internship Final Presentation</dc:subject>
  <dc:creator>Asma Bzoor</dc:creator>
  <cp:lastModifiedBy>Asma Bzoor</cp:lastModifiedBy>
  <cp:revision>1</cp:revision>
  <dcterms:created xsi:type="dcterms:W3CDTF">2026-09-20T18:11:15Z</dcterms:created>
  <dcterms:modified xsi:type="dcterms:W3CDTF">2026-09-20T18:11:15Z</dcterms:modified>
</cp:coreProperties>
</file>